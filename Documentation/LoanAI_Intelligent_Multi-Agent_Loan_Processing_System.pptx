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571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373749"/>
            <a:ext cx="71437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LoanAgent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000125" y="2019533"/>
            <a:ext cx="7143750" cy="33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Intelligent Multi-Agent Loan Processing System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171825" y="3557225"/>
            <a:ext cx="2800350" cy="784027"/>
          </a:xfrm>
          <a:prstGeom prst="rect">
            <a:avLst/>
          </a:prstGeom>
          <a:noFill/>
          <a:ln/>
        </p:spPr>
        <p:txBody>
          <a:bodyPr wrap="square" lIns="0" tIns="0" rIns="0" bIns="680339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FentesticFour</a:t>
            </a:r>
            <a:r>
              <a:rPr lang="en-US" sz="10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| UMHackathon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839391"/>
            <a:ext cx="9144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Current State of Loan Processing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607344" y="2180630"/>
            <a:ext cx="6179344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Manual &amp; Inefficient: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Traditional loan applications are bogged down by manual data entry, document review, and verification, leading to slow processing times and high operational costs.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607344" y="2907813"/>
            <a:ext cx="61793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Error-Prone: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Human error in data extraction and compliance checks can lead to significant financial losses and regulatory penalties.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607344" y="3452133"/>
            <a:ext cx="61793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Lack of Transparency: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Borrowers often face opaque processes, and lenders struggle with a clear audit trail of decisions.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07344" y="3996454"/>
            <a:ext cx="61793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Regulatory Complexity: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Navigating diverse and evolving regional legal frameworks for loan compliance is a constant challenge, increasing risk.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839391"/>
            <a:ext cx="9144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Introducing LoanAgent: Revolutionizing Loan Processing with AI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357313" y="1609130"/>
            <a:ext cx="64293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LoanAgent </a:t>
            </a:r>
            <a:r>
              <a:rPr lang="en-US" sz="9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is an </a:t>
            </a:r>
            <a:r>
              <a:rPr lang="en-US" sz="9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AI-powered, multi-agent system</a:t>
            </a:r>
            <a:r>
              <a:rPr lang="en-US" sz="9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designed to automate and optimize the entire loan lifecycle. We transform complex, manual processes into a streamlined, intelligent workflow, ensuring speed, accuracy, and compliance.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357313" y="2333439"/>
            <a:ext cx="642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Our Solution Delivers: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07344" y="2647764"/>
            <a:ext cx="6179344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Automation: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From document parsing to decision-making, significantly reducing manual effort.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07344" y="3099215"/>
            <a:ext cx="6059686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Accuracy: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AI-driven extraction and analysis minimize errors and improve data integrity.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607344" y="3367804"/>
            <a:ext cx="5781080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Compliance: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Built-in regional legal checks ensure adherence to diverse regulations.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607344" y="3636392"/>
            <a:ext cx="494526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Transparency: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A clear audit trail of every decision made by the system.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07344" y="3904980"/>
            <a:ext cx="466665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Efficiency:</a:t>
            </a: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Faster loan approvals and reduced operational overhead.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How it Works: The 7-Agent Pipeline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160859"/>
            <a:ext cx="27432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302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 EXTRACTION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200400" y="1160859"/>
            <a:ext cx="54864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Gemini 2.0 parses text/files into structured data.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57200" y="1537692"/>
            <a:ext cx="27432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302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2. VALIDATION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0" y="1537692"/>
            <a:ext cx="54864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Auto-discovery of missing fields and data gaps.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1914525"/>
            <a:ext cx="27432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302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3. FINANCIAL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0" y="1914525"/>
            <a:ext cx="54864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DSR calculation and automated risk assessment.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57200" y="2291358"/>
            <a:ext cx="27432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302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4. CREDIT CHECK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0" y="2291358"/>
            <a:ext cx="54864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Score and property valuation simulation.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2668191"/>
            <a:ext cx="27432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302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5.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0" y="2668191"/>
            <a:ext cx="54864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Verifies local laws (MY/SG/TH/ID) via MCP.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7200" y="3045023"/>
            <a:ext cx="27432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302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6. CONTRACT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00400" y="3045023"/>
            <a:ext cx="54864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Scans documents for legal "traps" and hidden fees.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3421856"/>
            <a:ext cx="27432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9302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7. DECISION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200400" y="3421856"/>
            <a:ext cx="5486400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Final multi-factor verdict and safety report.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" y="3712964"/>
            <a:ext cx="8229600" cy="29110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6666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All agents are managed and coordinated by a central Orchestrator Agent.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Features &amp; Innovations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221581"/>
            <a:ext cx="632222" cy="1553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21581"/>
            <a:ext cx="632222" cy="155377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EFFICIENCY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621506" y="1448395"/>
            <a:ext cx="2482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302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Automated Workflow Discovery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1784152"/>
            <a:ext cx="3686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Intelligently processes available data without halting. Identifies missing fields and continues background analysis (e.g., contract safety) to ensure zero-friction progress.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000625" y="1221581"/>
            <a:ext cx="632222" cy="1553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5000625" y="1221581"/>
            <a:ext cx="632222" cy="155377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COMPLIANCE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193506" y="1448395"/>
            <a:ext cx="2152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302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Regional Legal Compliance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00625" y="1784152"/>
            <a:ext cx="3714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Hyper-local regulatory checks for Malaysia, Singapore, Thailand, and Indonesia. Automatically adjusts DSR caps and minimum income requirements based on user location.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28625" y="3327202"/>
            <a:ext cx="528638" cy="1553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3327202"/>
            <a:ext cx="528638" cy="155377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SECURITY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21506" y="3554016"/>
            <a:ext cx="2332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302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Predatory Contract Detection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8625" y="3889772"/>
            <a:ext cx="3686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Proactively scans agreements for legal "traps." Detects hidden fees, predatory late interest, and unfair settlement penalties to protect both lenders and borrowers.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00625" y="3327202"/>
            <a:ext cx="735806" cy="15537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5000625" y="3327202"/>
            <a:ext cx="735806" cy="155377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INTELLIGENCE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193506" y="3554016"/>
            <a:ext cx="20234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302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Intelligent Data Synthesis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00625" y="3889772"/>
            <a:ext cx="3714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Advanced multimodal extraction of core terms (Principal, Rate, Tenure) directly from uploaded PDFs or images, eliminating manual data entry errors.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803672"/>
            <a:ext cx="914400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Robust &amp; Scalable Foundations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78681" y="1644848"/>
            <a:ext cx="6125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FastAPI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944886"/>
            <a:ext cx="3743325" cy="3786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High-performance Python framework for building asynchronous APIs with speed and reliability.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07756" y="1644848"/>
            <a:ext cx="132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Gemini 2.0 Flash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14875" y="1944886"/>
            <a:ext cx="3743325" cy="3786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Multimodal AI core for sophisticated document analysis, extraction, and natural language reasoning.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78681" y="2609255"/>
            <a:ext cx="11322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Vanilla JS/CSS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909292"/>
            <a:ext cx="3743325" cy="55006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Premium glassmorphic Single Page Application (SPA) frontend for a responsive and intuitive user experience.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907756" y="2609255"/>
            <a:ext cx="6947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Pydantic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14875" y="2909292"/>
            <a:ext cx="3743325" cy="378619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Strict data validation and schema enforcement to ensure integrity across the multi-agent pipeline.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9144000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Market Opportunity &amp; Impact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07231" y="1289447"/>
            <a:ext cx="3721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Financial Institutions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07231" y="1553766"/>
            <a:ext cx="3721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Reducing operational costs and accelerating approval times for traditional banks.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07231" y="2088096"/>
            <a:ext cx="3721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Fintech Startups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07231" y="2352415"/>
            <a:ext cx="3721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Providing a ready-to-integrate, intelligent backbone for digital lending platforms.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07231" y="2886745"/>
            <a:ext cx="37218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Borrowers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7231" y="3151063"/>
            <a:ext cx="3721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Offering a faster, more transparent, and fairer loan application experience.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714875" y="1289447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Projected System Impact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1696641"/>
            <a:ext cx="3971925" cy="2428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583</Words>
  <Application>Microsoft Office PowerPoint</Application>
  <PresentationFormat>On-screen Show (16:9)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Space Mono</vt:lpstr>
      <vt:lpstr>Arial</vt:lpstr>
      <vt:lpstr>Playfair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Lau junhao</cp:lastModifiedBy>
  <cp:revision>2</cp:revision>
  <dcterms:created xsi:type="dcterms:W3CDTF">2026-04-25T18:06:29Z</dcterms:created>
  <dcterms:modified xsi:type="dcterms:W3CDTF">2026-04-25T18:50:53Z</dcterms:modified>
</cp:coreProperties>
</file>